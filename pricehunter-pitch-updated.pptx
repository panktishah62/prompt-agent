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3322">
              <a:alpha val="70000"/>
            </a:srgbClr>
          </a:solidFill>
          <a:ln w="12700">
            <a:solidFill>
              <a:srgbClr val="0033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640080"/>
            <a:ext cx="3017520" cy="347472"/>
          </a:xfrm>
          <a:prstGeom prst="roundRect">
            <a:avLst>
              <a:gd name="adj" fmla="val 13158"/>
            </a:avLst>
          </a:prstGeom>
          <a:solidFill>
            <a:srgbClr val="003322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640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* </a:t>
            </a:r>
            <a:pPr algn="ctr" indent="0" marL="0">
              <a:buNone/>
            </a:pPr>
            <a:r>
              <a:rPr lang="en-US" sz="1000" spc="300" kern="0" dirty="0">
                <a:solidFill>
                  <a:srgbClr val="00FF88"/>
                </a:solidFill>
              </a:rPr>
              <a:t>LIVE 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clearly works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71600" y="242316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A4"/>
                </a:solidFill>
              </a:rPr>
              <a:t>Real users are searching, saving money, and paying for PriceHunter.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2004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1821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USERS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104</a:t>
            </a:r>
            <a:endParaRPr lang="en-US" sz="4400" dirty="0"/>
          </a:p>
        </p:txBody>
      </p:sp>
      <p:sp>
        <p:nvSpPr>
          <p:cNvPr id="11" name="Shape 8"/>
          <p:cNvSpPr/>
          <p:nvPr/>
        </p:nvSpPr>
        <p:spPr>
          <a:xfrm>
            <a:off x="4480560" y="3017520"/>
            <a:ext cx="32004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18211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SAVINGS MADE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72000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₹43,14,229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321040" y="3017520"/>
            <a:ext cx="32004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18211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PAID SUBSCRIPTIONS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412480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64008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What users are searching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846320"/>
            <a:ext cx="5303520" cy="301752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901184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4882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cheapest iPhone 15 in Bangalore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5230368"/>
            <a:ext cx="5303520" cy="301752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285232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87552" y="526694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tomatoes near Rajkot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0080" y="5614416"/>
            <a:ext cx="5303520" cy="301752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669280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87552" y="56509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cheapest modular kitchen hardware in Surat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217920" y="4846320"/>
            <a:ext cx="5303520" cy="301752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901184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565392" y="4882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nearest pharmacy in Delhi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217920" y="5230368"/>
            <a:ext cx="5303520" cy="301752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5285232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565392" y="526694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iPhone 15 in Koramangala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6217920" y="5614416"/>
            <a:ext cx="5303520" cy="301752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5669280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565392" y="56509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cheapest ceramic mugs in Koramangala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0080" y="5998464"/>
            <a:ext cx="5303520" cy="301752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987552" y="6035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cheapest iPhone 15</a:t>
            </a:r>
            <a:endParaRPr lang="en-US" sz="1100" dirty="0"/>
          </a:p>
        </p:txBody>
      </p:sp>
      <p:pic>
        <p:nvPicPr>
          <p:cNvPr id="37" name="Image 5_copy3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053328"/>
            <a:ext cx="182880" cy="18288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6217920" y="5998464"/>
            <a:ext cx="5303520" cy="301752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6565392" y="6035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cheapest laptop in Delhi</a:t>
            </a:r>
            <a:endParaRPr lang="en-US" sz="1100" dirty="0"/>
          </a:p>
        </p:txBody>
      </p:sp>
      <p:pic>
        <p:nvPicPr>
          <p:cNvPr id="38" name="Image 8_copy3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6053328"/>
            <a:ext cx="182880" cy="18288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40080" y="6382512"/>
            <a:ext cx="5303520" cy="301752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987552" y="6419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laptop under 50000 in Mumbai</a:t>
            </a:r>
            <a:endParaRPr lang="en-US" sz="1100" dirty="0"/>
          </a:p>
        </p:txBody>
      </p:sp>
      <p:pic>
        <p:nvPicPr>
          <p:cNvPr id="39" name="Image 5_copy3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437376"/>
            <a:ext cx="182880" cy="18288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6217920" y="6382512"/>
            <a:ext cx="5303520" cy="301752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6565392" y="6419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fastest delivery for laptop</a:t>
            </a:r>
            <a:endParaRPr lang="en-US" sz="1100" dirty="0"/>
          </a:p>
        </p:txBody>
      </p:sp>
      <p:pic>
        <p:nvPicPr>
          <p:cNvPr id="40" name="Image 8_copy4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643737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searches Amazon, Flipkart </a:t>
            </a:r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calls local shops near you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find the actual cheapest price.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03520" cy="1051560"/>
          </a:xfrm>
          <a:prstGeom prst="rect">
            <a:avLst/>
          </a:prstGeom>
          <a:solidFill>
            <a:srgbClr val="002211"/>
          </a:solidFill>
          <a:ln w="19050">
            <a:solidFill>
              <a:srgbClr val="00FF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AI Voice Agent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25880" y="2331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Actually phones nearby vendors, asks for the price, and negotiates a discount in Hindi or English. No one else does this.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09360" y="274320"/>
            <a:ext cx="54864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0" y="274320"/>
            <a:ext cx="54864" cy="11704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01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6400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3474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You ask like a human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12280" y="685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"Cheapest iPhone 15 near Koramangala" just type it. No filters, no browsing.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536192"/>
            <a:ext cx="54864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536192"/>
            <a:ext cx="54864" cy="11704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46520" y="1609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02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0195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6093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understands everything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12280" y="19476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Product, location, budget intent parsed instantly. Knows cheapest, closest, or fastest.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309360" y="2798064"/>
            <a:ext cx="54864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09360" y="2798064"/>
            <a:ext cx="54864" cy="11704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46520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03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16382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12280" y="28712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Online prices fetched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12280" y="32095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Amazon, Flipkart, Croma, Blinkit, BigBasket all searched simultaneously in seconds.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309360" y="4059936"/>
            <a:ext cx="54864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309360" y="4059936"/>
            <a:ext cx="54864" cy="11704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46520" y="4133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04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425696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12280" y="41330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 shops called by AI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812280" y="44714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Voice agent phones nearby vendors, asks price, negotiates discount. Hindi or English.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309360" y="5321808"/>
            <a:ext cx="54864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309360" y="5321808"/>
            <a:ext cx="54864" cy="11704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446520" y="5394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05</a:t>
            </a:r>
            <a:endParaRPr lang="en-US" sz="11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687568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12280" y="5394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ranked answer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812280" y="573328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Online and offline results scored by price, delivery, availability. Best deal wins.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A4"/>
                </a:solidFill>
              </a:rPr>
              <a:t>You're overpaying because half the market is invisible.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0136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94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</a:rPr>
              <a:t>APPS CHECKED BEFORE ONE PURCHASE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You open Amazon, Flipkart, Croma, BigBasket, compare, screenshot, switch. It takes 20 minutes and you still don't know the real cheapest option.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864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0136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2194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6400800" y="2971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</a:rPr>
              <a:t>OF INDIAN RETAIL IS OFFLINE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400800" y="3246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Your neighborhood store probably has it cheaper. But they don't have a website, an app, or a listing anywhere. So you'll never find them until now.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1596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" y="4709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15-30%</a:t>
            </a:r>
            <a:endParaRPr lang="en-US" sz="4600" dirty="0"/>
          </a:p>
        </p:txBody>
      </p:sp>
      <p:sp>
        <p:nvSpPr>
          <p:cNvPr id="17" name="Text 12"/>
          <p:cNvSpPr/>
          <p:nvPr/>
        </p:nvSpPr>
        <p:spPr>
          <a:xfrm>
            <a:off x="640080" y="5486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</a:rPr>
              <a:t>CHEAPER AT LOCAL STORES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40080" y="57607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On electronics, groceries, medicine, local vendors consistently undercut e-commerce. But without a tool to surface them, you're paying MRP while someone 2km away got a discount.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4114800"/>
            <a:ext cx="54864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1596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0" y="4709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600" dirty="0"/>
          </a:p>
        </p:txBody>
      </p:sp>
      <p:sp>
        <p:nvSpPr>
          <p:cNvPr id="22" name="Text 16"/>
          <p:cNvSpPr/>
          <p:nvPr/>
        </p:nvSpPr>
        <p:spPr>
          <a:xfrm>
            <a:off x="6400800" y="5486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</a:rPr>
              <a:t>SEARCH. BOTH WORLDS.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57607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No product has ever combined online platforms and real phone calls to nearby shops in one search. PriceHunter is the first.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Big?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</a:rPr>
              <a:t>The Indian shopping market is massive, fragmented, and ripe for disruption.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6616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56616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Total Addressable Market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$850B+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8163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India's total retail market. 67% offline, 33% online and growing 18% YoY.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56616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417320"/>
            <a:ext cx="356616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Serviceable Addressable Market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$120B+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26280" y="28163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Price-sensitive online shoppers + local commerce in Tier 1 and Tier 2 cities.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417320"/>
            <a:ext cx="356616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417320"/>
            <a:ext cx="356616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Serviceable Obtainable Market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$1.2B+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412480" y="28163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AI-assisted price comparison subscribers across metro and semi-urban India.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Target Demographics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5394960" cy="100584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99432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78992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Urban Millennials (22-38)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78992" y="47274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Heavy online shoppers who switch between 5+ apps. Time-poor, value-conscious.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5532120"/>
            <a:ext cx="5394960" cy="100584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788152"/>
            <a:ext cx="320040" cy="3200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78992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Semi-Urban Families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78992" y="5916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Trust local stores but lack visibility online. Want best of both worlds.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217920" y="4343400"/>
            <a:ext cx="5394960" cy="100584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4599432"/>
            <a:ext cx="320040" cy="3200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839712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Grocery and Daily Essentials Buyers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839712" y="47274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Price-sensitive repeat buyers. High frequency, high retention potential.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217920" y="5532120"/>
            <a:ext cx="5394960" cy="100584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A3A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5788152"/>
            <a:ext cx="320040" cy="32004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839712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Electronics and Gadget Shoppers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839712" y="5916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Research-heavy buyers. Will pay for a tool that finds real off-market deals.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2026-04-17T05:45:06Z</dcterms:created>
  <dcterms:modified xsi:type="dcterms:W3CDTF">2026-04-17T05:45:06Z</dcterms:modified>
</cp:coreProperties>
</file>